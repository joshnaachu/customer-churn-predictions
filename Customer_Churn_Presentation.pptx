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Joshna Maria Joseph</a:t>
            </a:r>
          </a:p>
          <a:p>
            <a:r>
              <a:t>Data Analyst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Predict telecom customer churn</a:t>
            </a:r>
          </a:p>
          <a:p>
            <a:pPr>
              <a:defRPr sz="2400"/>
            </a:pPr>
            <a:r>
              <a:t>• Help improve customer retention</a:t>
            </a:r>
          </a:p>
          <a:p>
            <a:pPr>
              <a:defRPr sz="2400"/>
            </a:pPr>
            <a:r>
              <a:t>• Use Machine Learning for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Analyze customer behavior</a:t>
            </a:r>
          </a:p>
          <a:p>
            <a:pPr>
              <a:defRPr sz="2400"/>
            </a:pPr>
            <a:r>
              <a:t>• Build prediction model</a:t>
            </a:r>
          </a:p>
          <a:p>
            <a:pPr>
              <a:defRPr sz="2400"/>
            </a:pPr>
            <a:r>
              <a:t>• Identify churn factors</a:t>
            </a:r>
          </a:p>
          <a:p>
            <a:pPr>
              <a:defRPr sz="2400"/>
            </a:pPr>
            <a:r>
              <a:t>• Provide business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Telco Customer Churn Dataset</a:t>
            </a:r>
          </a:p>
          <a:p>
            <a:pPr>
              <a:defRPr sz="2400"/>
            </a:pPr>
            <a:r>
              <a:t>• 7043 customer records</a:t>
            </a:r>
          </a:p>
          <a:p>
            <a:pPr>
              <a:defRPr sz="2400"/>
            </a:pPr>
            <a:r>
              <a:t>• Demographics, services, billing, churn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Python</a:t>
            </a:r>
          </a:p>
          <a:p>
            <a:pPr>
              <a:defRPr sz="2400"/>
            </a:pPr>
            <a:r>
              <a:t>• Google Colab</a:t>
            </a:r>
          </a:p>
          <a:p>
            <a:pPr>
              <a:defRPr sz="2400"/>
            </a:pPr>
            <a:r>
              <a:t>• Pandas</a:t>
            </a:r>
          </a:p>
          <a:p>
            <a:pPr>
              <a:defRPr sz="2400"/>
            </a:pPr>
            <a:r>
              <a:t>• NumPy</a:t>
            </a:r>
          </a:p>
          <a:p>
            <a:pPr>
              <a:defRPr sz="2400"/>
            </a:pPr>
            <a:r>
              <a:t>• Matplotlib</a:t>
            </a:r>
          </a:p>
          <a:p>
            <a:pPr>
              <a:defRPr sz="2400"/>
            </a:pPr>
            <a:r>
              <a:t>• Seaborn</a:t>
            </a:r>
          </a:p>
          <a:p>
            <a:pPr>
              <a:defRPr sz="2400"/>
            </a:pPr>
            <a:r>
              <a:t>• Scikit-learn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Checked missing values</a:t>
            </a:r>
          </a:p>
          <a:p>
            <a:pPr>
              <a:defRPr sz="2400"/>
            </a:pPr>
            <a:r>
              <a:t>• Converted TotalCharges to numeric</a:t>
            </a:r>
          </a:p>
          <a:p>
            <a:pPr>
              <a:defRPr sz="2400"/>
            </a:pPr>
            <a:r>
              <a:t>• Removed customerID</a:t>
            </a:r>
          </a:p>
          <a:p>
            <a:pPr>
              <a:defRPr sz="2400"/>
            </a:pPr>
            <a:r>
              <a:t>• One-Hot Encoding</a:t>
            </a:r>
          </a:p>
          <a:p>
            <a:pPr>
              <a:defRPr sz="2400"/>
            </a:pPr>
            <a:r>
              <a:t>• Train-Test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Churn Distribution</a:t>
            </a:r>
          </a:p>
          <a:p>
            <a:pPr>
              <a:defRPr sz="2400"/>
            </a:pPr>
            <a:r>
              <a:t>• Contract vs Churn</a:t>
            </a:r>
          </a:p>
          <a:p>
            <a:pPr>
              <a:defRPr sz="2400"/>
            </a:pPr>
            <a:r>
              <a:t>• Payment Method vs Churn</a:t>
            </a:r>
          </a:p>
          <a:p>
            <a:pPr>
              <a:defRPr sz="2400"/>
            </a:pPr>
            <a:r>
              <a:t>• Monthly Charges vs Churn</a:t>
            </a:r>
          </a:p>
          <a:p>
            <a:pPr>
              <a:defRPr sz="2400"/>
            </a:pPr>
            <a:r>
              <a:t>• Correlation Heatmap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Logistic Regression</a:t>
            </a:r>
          </a:p>
          <a:p>
            <a:pPr>
              <a:defRPr sz="2400"/>
            </a:pPr>
            <a:r>
              <a:t>• 80% Training</a:t>
            </a:r>
          </a:p>
          <a:p>
            <a:pPr>
              <a:defRPr sz="2400"/>
            </a:pPr>
            <a:r>
              <a:t>• 20%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Accuracy: 78.75%</a:t>
            </a:r>
          </a:p>
          <a:p>
            <a:pPr>
              <a:defRPr sz="2400"/>
            </a:pPr>
            <a:r>
              <a:t>• Month-to-month customers churn more</a:t>
            </a:r>
          </a:p>
          <a:p>
            <a:pPr>
              <a:defRPr sz="2400"/>
            </a:pPr>
            <a:r>
              <a:t>• Electronic Check users churn more</a:t>
            </a:r>
          </a:p>
          <a:p>
            <a:pPr>
              <a:defRPr sz="2400"/>
            </a:pPr>
            <a:r>
              <a:t>• Long-term contracts improve retention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Successfully built churn prediction model</a:t>
            </a:r>
          </a:p>
          <a:p>
            <a:pPr>
              <a:defRPr sz="2400"/>
            </a:pPr>
            <a:r>
              <a:t>• Generated business insights</a:t>
            </a:r>
          </a:p>
          <a:p>
            <a:pPr>
              <a:defRPr sz="2400"/>
            </a:pPr>
            <a: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